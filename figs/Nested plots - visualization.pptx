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5" r:id="rId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0E38E-C168-72C1-8417-3B0136BA6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66CDF-2254-FBF7-5482-722E4F9AC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EC839-EB8F-121B-3AF7-803F6F9F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34D-950B-47D4-8C37-93F676F03CB0}" type="datetimeFigureOut">
              <a:rPr lang="da-DK" smtClean="0"/>
              <a:t>27-01-2026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1BE46-EE94-06C2-27DE-AD252B0C9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A6B70-42BA-E5E3-5232-88C116FA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C547-DE8A-425D-A725-8079E68D5AE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1888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00852-CC75-C9A5-B7D6-29F34F8A4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8965F-C697-A350-1AA2-B53F4ED1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5D2A2-1C22-33A4-F4E9-8F59B9C06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34D-950B-47D4-8C37-93F676F03CB0}" type="datetimeFigureOut">
              <a:rPr lang="da-DK" smtClean="0"/>
              <a:t>27-01-2026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00F8F-A997-A5A9-6659-157B94F23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4A14E-CBBE-4AF1-6667-50EE1BB5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C547-DE8A-425D-A725-8079E68D5AE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4407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C323E-E4F7-2DB5-BC2E-D7B220067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FE6EE-0B0E-BF71-DD9F-C9E8CACA8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B4FE-201E-E304-8CB3-CF0F8B0A5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34D-950B-47D4-8C37-93F676F03CB0}" type="datetimeFigureOut">
              <a:rPr lang="da-DK" smtClean="0"/>
              <a:t>27-01-2026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11CAF-1A9E-419B-5B31-2517D38C8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2F3D2-DD08-6245-A7DA-A9110E5E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C547-DE8A-425D-A725-8079E68D5AE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1035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61875-EE4E-B382-100E-F70AC316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058FD-B382-DEF2-0366-409CA9A41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20B16-151B-39E2-1C49-619676236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773FD-2E44-A20A-53EA-121C6AEE2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34D-950B-47D4-8C37-93F676F03CB0}" type="datetimeFigureOut">
              <a:rPr lang="da-DK" smtClean="0"/>
              <a:t>27-01-2026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075DE-5A4E-AD0C-073F-B1C4DEB7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01C5B-7EF7-443D-3C84-946AB9B82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C547-DE8A-425D-A725-8079E68D5AE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07463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F42A-ED2A-08F1-38CC-BA3D2B16C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7AA1D-226C-2930-3621-76DB6438E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5A391-35C9-4D3C-4715-E74F62DE7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FA435-1856-A37C-9F86-42A7D999F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5DC92C-851D-919B-5344-1BC36A7B62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75E71-E630-9F16-5CDF-4EFB6964C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34D-950B-47D4-8C37-93F676F03CB0}" type="datetimeFigureOut">
              <a:rPr lang="da-DK" smtClean="0"/>
              <a:t>27-01-2026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E541E8-5674-9487-3D75-48636848B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DE6B10-F53F-707D-BB34-7947A10A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C547-DE8A-425D-A725-8079E68D5AE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23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9DA5-E38A-61D2-0DD8-6454F5B2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03B174-E3AF-3624-9384-3FDB0AC9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34D-950B-47D4-8C37-93F676F03CB0}" type="datetimeFigureOut">
              <a:rPr lang="da-DK" smtClean="0"/>
              <a:t>27-01-2026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8A202-717B-1A56-94FC-0F49C5A4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63E51-97AA-4279-E8AC-26D3767C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C547-DE8A-425D-A725-8079E68D5AE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8140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A8C712-465C-AFCD-0CBB-B0B9845C1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34D-950B-47D4-8C37-93F676F03CB0}" type="datetimeFigureOut">
              <a:rPr lang="da-DK" smtClean="0"/>
              <a:t>27-01-2026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3334B-8E28-F639-FEF3-9934DC172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4A176-2AF2-6468-9C72-677ECE3E9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C547-DE8A-425D-A725-8079E68D5AE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417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9540-120E-5612-FE75-FF0E1D40B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5A805-2A77-CDAD-D508-B9F06B313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332BD-6361-94F7-C1C6-B6EAF869E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6AD0A-8E4C-58BC-6336-233BFC7E5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34D-950B-47D4-8C37-93F676F03CB0}" type="datetimeFigureOut">
              <a:rPr lang="da-DK" smtClean="0"/>
              <a:t>27-01-2026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0EB64-48A2-970D-AFE3-B4BAB24D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83BB8-CEC2-5EC2-2196-D74DE382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C547-DE8A-425D-A725-8079E68D5AE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30896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9523C-F9D0-92EB-2508-3BE69213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9BBCB5-8516-CE50-8B2C-8C4592833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ED8FB-5747-A9F5-FF2B-6DE40E200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83B4F-0F19-067E-2CF4-CBEE4D17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34D-950B-47D4-8C37-93F676F03CB0}" type="datetimeFigureOut">
              <a:rPr lang="da-DK" smtClean="0"/>
              <a:t>27-01-2026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40C98-1C6E-F155-3AC3-57AEF1EF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56077-77CF-FACC-7170-23C06C65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C547-DE8A-425D-A725-8079E68D5AE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10160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01F21-5C65-F355-2BAC-EE221E72E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392183-8803-75E3-92D3-EBFFC857C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57518-0828-8786-549D-585E3D30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34D-950B-47D4-8C37-93F676F03CB0}" type="datetimeFigureOut">
              <a:rPr lang="da-DK" smtClean="0"/>
              <a:t>27-01-2026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986E3-BE2C-277D-C208-BA6CBC12F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42576-9374-F33C-30BA-2370C0F9B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C547-DE8A-425D-A725-8079E68D5AE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79555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2ACB4-96E1-269F-038B-C418A5F7E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366B6-2FD8-E7AC-552B-47440F611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A48C5-3AFE-0ABA-BDA6-76AF5B73D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0734D-950B-47D4-8C37-93F676F03CB0}" type="datetimeFigureOut">
              <a:rPr lang="da-DK" smtClean="0"/>
              <a:t>27-01-2026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3F7FA-C0E8-E166-8973-EA96D0B7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A0D37-0194-0BDE-0A63-09EA88E9E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DC547-DE8A-425D-A725-8079E68D5AE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21171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A05589-6C91-DEEA-6DC1-A5A4384F9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E5B85-73B4-9506-C8D7-21F69CB1E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76397-BA02-C223-8C42-735A2965B6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0734D-950B-47D4-8C37-93F676F03CB0}" type="datetimeFigureOut">
              <a:rPr lang="da-DK" smtClean="0"/>
              <a:t>27-01-2026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EA84F-1841-550E-FD02-4A1B7CBBE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40D54-B79D-B6E6-4E2D-BCD5E7F81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DC547-DE8A-425D-A725-8079E68D5AE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60730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EAB10-A879-27B9-0B31-542F4B75AC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30107-4A06-022F-EB4D-F052376503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Maarit </a:t>
            </a:r>
          </a:p>
          <a:p>
            <a:r>
              <a:rPr lang="en-US" dirty="0"/>
              <a:t>7 May 2024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77394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felt 4">
            <a:extLst>
              <a:ext uri="{FF2B5EF4-FFF2-40B4-BE49-F238E27FC236}">
                <a16:creationId xmlns:a16="http://schemas.microsoft.com/office/drawing/2014/main" id="{9D036FC8-2F35-CF1D-6341-162F8D726834}"/>
              </a:ext>
            </a:extLst>
          </p:cNvPr>
          <p:cNvSpPr txBox="1"/>
          <p:nvPr/>
        </p:nvSpPr>
        <p:spPr>
          <a:xfrm>
            <a:off x="1222310" y="867746"/>
            <a:ext cx="9535337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61795" indent="-1661795">
              <a:tabLst>
                <a:tab pos="1890395" algn="l"/>
              </a:tabLst>
            </a:pPr>
            <a:r>
              <a:rPr lang="da-DK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Factors</a:t>
            </a:r>
            <a:r>
              <a:rPr lang="da-DK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da-DK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da-DK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Straw</a:t>
            </a:r>
            <a:endParaRPr lang="da-DK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171700" lvl="4" indent="-342900">
              <a:buFont typeface="Times New Roman" panose="02020603050405020304" pitchFamily="18" charset="0"/>
              <a:buChar char="–"/>
            </a:pP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Straw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removal</a:t>
            </a:r>
            <a:endParaRPr lang="da-DK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171700" lvl="4" indent="-342900">
              <a:buFont typeface="Times New Roman" panose="02020603050405020304" pitchFamily="18" charset="0"/>
              <a:buChar char="–"/>
            </a:pPr>
            <a:r>
              <a:rPr lang="da-DK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Straw</a:t>
            </a:r>
            <a:r>
              <a:rPr lang="da-DK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a-DK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retained</a:t>
            </a:r>
            <a:endParaRPr lang="da-DK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884363" lvl="4" indent="-228600">
              <a:buFont typeface="+mj-lt"/>
              <a:buAutoNum type="arabicPeriod" startAt="2"/>
            </a:pP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Tillage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nested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within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straw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da-DK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155825" lvl="5" indent="-228600">
              <a:buFont typeface="Times New Roman" panose="02020603050405020304" pitchFamily="18" charset="0"/>
              <a:buChar char="–"/>
            </a:pPr>
            <a:r>
              <a:rPr lang="da-DK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Intense</a:t>
            </a:r>
          </a:p>
          <a:p>
            <a:pPr marL="2155825" lvl="5" indent="-228600">
              <a:buFont typeface="Times New Roman" panose="02020603050405020304" pitchFamily="18" charset="0"/>
              <a:buChar char="–"/>
            </a:pP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Moderate</a:t>
            </a:r>
            <a:r>
              <a:rPr lang="da-DK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2155825" lvl="5" indent="-228600">
              <a:buFont typeface="Times New Roman" panose="02020603050405020304" pitchFamily="18" charset="0"/>
              <a:buChar char="–"/>
            </a:pPr>
            <a:r>
              <a:rPr lang="da-DK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No-till</a:t>
            </a:r>
          </a:p>
          <a:p>
            <a:pPr marL="1968500" lvl="4" indent="-260350">
              <a:buFont typeface="+mj-lt"/>
              <a:buAutoNum type="arabicPeriod" startAt="2"/>
            </a:pPr>
            <a:r>
              <a:rPr lang="da-DK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Cover </a:t>
            </a:r>
            <a:r>
              <a:rPr lang="da-DK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crops</a:t>
            </a:r>
            <a:r>
              <a:rPr lang="da-DK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da-DK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nested</a:t>
            </a:r>
            <a:r>
              <a:rPr lang="da-DK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a-DK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within</a:t>
            </a:r>
            <a:r>
              <a:rPr lang="da-DK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a-DK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straw</a:t>
            </a:r>
            <a:r>
              <a:rPr lang="da-DK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x </a:t>
            </a:r>
            <a:r>
              <a:rPr lang="da-DK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tillage</a:t>
            </a:r>
            <a:r>
              <a:rPr lang="da-DK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2239963" lvl="5" indent="-342900">
              <a:buFont typeface="Times New Roman" panose="02020603050405020304" pitchFamily="18" charset="0"/>
              <a:buChar char="–"/>
            </a:pP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Ryegrass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+ red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clover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early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season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package</a:t>
            </a:r>
            <a:endParaRPr lang="da-DK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39963" lvl="5" indent="-342900">
              <a:buFont typeface="Times New Roman" panose="02020603050405020304" pitchFamily="18" charset="0"/>
              <a:buChar char="–"/>
            </a:pPr>
            <a:r>
              <a:rPr lang="da-DK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Ryegrass</a:t>
            </a:r>
            <a:r>
              <a:rPr lang="da-DK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red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clover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mid-season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package</a:t>
            </a:r>
            <a:endParaRPr lang="da-DK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39963" lvl="5" indent="-342900">
              <a:buFont typeface="Times New Roman" panose="02020603050405020304" pitchFamily="18" charset="0"/>
              <a:buChar char="–"/>
            </a:pP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Radish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late-season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just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after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harvest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package</a:t>
            </a:r>
            <a:endParaRPr lang="da-D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39963" lvl="5" indent="-342900">
              <a:buFont typeface="Times New Roman" panose="02020603050405020304" pitchFamily="18" charset="0"/>
              <a:buChar char="–"/>
            </a:pP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Radish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mid-season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14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days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before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harvest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package</a:t>
            </a:r>
            <a:endParaRPr lang="da-D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39963" lvl="5" indent="-342900">
              <a:buFont typeface="Times New Roman" panose="02020603050405020304" pitchFamily="18" charset="0"/>
              <a:buChar char="–"/>
            </a:pP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No cover</a:t>
            </a:r>
          </a:p>
          <a:p>
            <a:pPr marL="1968500" lvl="4" indent="-260350">
              <a:buFont typeface="+mj-lt"/>
              <a:buAutoNum type="arabicPeriod" startAt="2"/>
            </a:pP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Block</a:t>
            </a:r>
            <a:endParaRPr lang="da-DK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39963" lvl="5" indent="-342900">
              <a:buFont typeface="Times New Roman" panose="02020603050405020304" pitchFamily="18" charset="0"/>
              <a:buChar char="–"/>
            </a:pPr>
            <a:r>
              <a:rPr lang="da-DK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1, 2, 3, 4</a:t>
            </a:r>
            <a:endParaRPr lang="da-DK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968500" lvl="4" indent="-260350">
              <a:buFont typeface="+mj-lt"/>
              <a:buAutoNum type="arabicPeriod" startAt="2"/>
            </a:pP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Growing 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season</a:t>
            </a:r>
            <a:endParaRPr lang="da-DK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39963" lvl="5" indent="-342900">
              <a:buFont typeface="Times New Roman" panose="02020603050405020304" pitchFamily="18" charset="0"/>
              <a:buChar char="–"/>
            </a:pP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2018 (</a:t>
            </a:r>
            <a:r>
              <a:rPr lang="da-DK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wet</a:t>
            </a: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da-DK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39963" lvl="5" indent="-342900">
              <a:buFont typeface="Times New Roman" panose="02020603050405020304" pitchFamily="18" charset="0"/>
              <a:buChar char="–"/>
            </a:pPr>
            <a:r>
              <a:rPr lang="da-DK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2019 (dry)</a:t>
            </a:r>
          </a:p>
          <a:p>
            <a:pPr marL="2239963" lvl="5" indent="-342900">
              <a:buFont typeface="Times New Roman" panose="02020603050405020304" pitchFamily="18" charset="0"/>
              <a:buChar char="–"/>
            </a:pPr>
            <a:endParaRPr lang="da-DK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39963" lvl="5" indent="-342900">
              <a:buFont typeface="Times New Roman" panose="02020603050405020304" pitchFamily="18" charset="0"/>
              <a:buChar char="–"/>
            </a:pPr>
            <a:endParaRPr lang="da-DK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39863" lvl="4"/>
            <a:r>
              <a:rPr lang="da-DK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da-DK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094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29B6B38-1B10-DE80-9119-D3FD4C718977}"/>
              </a:ext>
            </a:extLst>
          </p:cNvPr>
          <p:cNvSpPr/>
          <p:nvPr/>
        </p:nvSpPr>
        <p:spPr>
          <a:xfrm>
            <a:off x="6520496" y="4528669"/>
            <a:ext cx="1048633" cy="2039727"/>
          </a:xfrm>
          <a:prstGeom prst="rect">
            <a:avLst/>
          </a:prstGeom>
          <a:solidFill>
            <a:schemeClr val="accent6">
              <a:lumMod val="5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82EACF-B673-F342-82CB-FE147DAB1615}"/>
              </a:ext>
            </a:extLst>
          </p:cNvPr>
          <p:cNvSpPr/>
          <p:nvPr/>
        </p:nvSpPr>
        <p:spPr>
          <a:xfrm>
            <a:off x="602428" y="817581"/>
            <a:ext cx="1482346" cy="10972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451E77-7528-5667-4B46-8E17C611BA1F}"/>
              </a:ext>
            </a:extLst>
          </p:cNvPr>
          <p:cNvSpPr/>
          <p:nvPr/>
        </p:nvSpPr>
        <p:spPr>
          <a:xfrm>
            <a:off x="2870503" y="815802"/>
            <a:ext cx="1482346" cy="10972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E11A3C-77EC-8328-BDD0-126119D8E6AE}"/>
              </a:ext>
            </a:extLst>
          </p:cNvPr>
          <p:cNvSpPr/>
          <p:nvPr/>
        </p:nvSpPr>
        <p:spPr>
          <a:xfrm>
            <a:off x="602428" y="2280621"/>
            <a:ext cx="1482346" cy="10972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68A220-606C-877C-AEF2-1FB94F278EAF}"/>
              </a:ext>
            </a:extLst>
          </p:cNvPr>
          <p:cNvSpPr/>
          <p:nvPr/>
        </p:nvSpPr>
        <p:spPr>
          <a:xfrm>
            <a:off x="2870503" y="2267174"/>
            <a:ext cx="1482346" cy="10972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1BA42-A39F-8F00-13A4-E7E63FDA9B05}"/>
              </a:ext>
            </a:extLst>
          </p:cNvPr>
          <p:cNvSpPr/>
          <p:nvPr/>
        </p:nvSpPr>
        <p:spPr>
          <a:xfrm>
            <a:off x="2870503" y="2267174"/>
            <a:ext cx="722551" cy="109728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71D8BD-BE8C-F75C-F04F-0D17AA987FCE}"/>
              </a:ext>
            </a:extLst>
          </p:cNvPr>
          <p:cNvSpPr/>
          <p:nvPr/>
        </p:nvSpPr>
        <p:spPr>
          <a:xfrm>
            <a:off x="601326" y="815802"/>
            <a:ext cx="722551" cy="109728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A51AC7-65F1-B9D7-0C13-8944583E87E0}"/>
              </a:ext>
            </a:extLst>
          </p:cNvPr>
          <p:cNvSpPr/>
          <p:nvPr/>
        </p:nvSpPr>
        <p:spPr>
          <a:xfrm>
            <a:off x="3652014" y="815802"/>
            <a:ext cx="722551" cy="109728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CA8B48-C43A-878A-4560-44C1DC01F40C}"/>
              </a:ext>
            </a:extLst>
          </p:cNvPr>
          <p:cNvSpPr/>
          <p:nvPr/>
        </p:nvSpPr>
        <p:spPr>
          <a:xfrm>
            <a:off x="1370087" y="2277931"/>
            <a:ext cx="722551" cy="109728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1D7A75-E60D-3B46-2494-FFCA33E2207A}"/>
              </a:ext>
            </a:extLst>
          </p:cNvPr>
          <p:cNvSpPr/>
          <p:nvPr/>
        </p:nvSpPr>
        <p:spPr>
          <a:xfrm>
            <a:off x="6919329" y="928828"/>
            <a:ext cx="557211" cy="30282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ADD5F9-6B80-717B-129B-5B2257340286}"/>
              </a:ext>
            </a:extLst>
          </p:cNvPr>
          <p:cNvSpPr/>
          <p:nvPr/>
        </p:nvSpPr>
        <p:spPr>
          <a:xfrm>
            <a:off x="5655788" y="916849"/>
            <a:ext cx="627618" cy="30282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DCE8B4-2D77-0162-6E02-70B87869A22D}"/>
              </a:ext>
            </a:extLst>
          </p:cNvPr>
          <p:cNvSpPr/>
          <p:nvPr/>
        </p:nvSpPr>
        <p:spPr>
          <a:xfrm>
            <a:off x="6283406" y="916849"/>
            <a:ext cx="627618" cy="3028278"/>
          </a:xfrm>
          <a:prstGeom prst="rect">
            <a:avLst/>
          </a:prstGeom>
          <a:solidFill>
            <a:srgbClr val="1560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EE9994-F1BA-F372-6E67-9450D938835F}"/>
              </a:ext>
            </a:extLst>
          </p:cNvPr>
          <p:cNvSpPr/>
          <p:nvPr/>
        </p:nvSpPr>
        <p:spPr>
          <a:xfrm>
            <a:off x="5655788" y="903402"/>
            <a:ext cx="1826805" cy="302827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F250F9D9-E398-8FC1-DC27-E6C733702299}"/>
              </a:ext>
            </a:extLst>
          </p:cNvPr>
          <p:cNvSpPr/>
          <p:nvPr/>
        </p:nvSpPr>
        <p:spPr>
          <a:xfrm>
            <a:off x="4115788" y="1073985"/>
            <a:ext cx="1667439" cy="58091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0A03BA-ADD1-2E0D-438D-81E061C608DF}"/>
              </a:ext>
            </a:extLst>
          </p:cNvPr>
          <p:cNvSpPr txBox="1"/>
          <p:nvPr/>
        </p:nvSpPr>
        <p:spPr>
          <a:xfrm>
            <a:off x="587690" y="889319"/>
            <a:ext cx="749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Straw</a:t>
            </a:r>
            <a:endParaRPr lang="da-DK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1663F2-79DC-C960-A595-BE6684571C80}"/>
              </a:ext>
            </a:extLst>
          </p:cNvPr>
          <p:cNvSpPr txBox="1"/>
          <p:nvPr/>
        </p:nvSpPr>
        <p:spPr>
          <a:xfrm>
            <a:off x="1332621" y="889319"/>
            <a:ext cx="730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 </a:t>
            </a:r>
          </a:p>
          <a:p>
            <a:pPr algn="ctr"/>
            <a:r>
              <a:rPr lang="en-US" dirty="0"/>
              <a:t>straw</a:t>
            </a:r>
            <a:endParaRPr lang="da-DK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FF40F8-FD33-E41E-332A-EABBB9E3ED3B}"/>
              </a:ext>
            </a:extLst>
          </p:cNvPr>
          <p:cNvSpPr/>
          <p:nvPr/>
        </p:nvSpPr>
        <p:spPr>
          <a:xfrm>
            <a:off x="9354241" y="1258651"/>
            <a:ext cx="1479893" cy="53647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CDD6F1-8B5D-43B7-1477-6B5E1C6950EE}"/>
              </a:ext>
            </a:extLst>
          </p:cNvPr>
          <p:cNvSpPr/>
          <p:nvPr/>
        </p:nvSpPr>
        <p:spPr>
          <a:xfrm>
            <a:off x="9545327" y="1654898"/>
            <a:ext cx="405497" cy="1088302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04FDC4-5777-8EFC-CED8-54716364AE7A}"/>
              </a:ext>
            </a:extLst>
          </p:cNvPr>
          <p:cNvSpPr/>
          <p:nvPr/>
        </p:nvSpPr>
        <p:spPr>
          <a:xfrm>
            <a:off x="10210613" y="1660824"/>
            <a:ext cx="405497" cy="10883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5B4E60-DDA2-928B-98B2-D680F04FDBDE}"/>
              </a:ext>
            </a:extLst>
          </p:cNvPr>
          <p:cNvSpPr/>
          <p:nvPr/>
        </p:nvSpPr>
        <p:spPr>
          <a:xfrm>
            <a:off x="9545327" y="3388674"/>
            <a:ext cx="405497" cy="108830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F72644-885B-7358-14BF-C860389332B9}"/>
              </a:ext>
            </a:extLst>
          </p:cNvPr>
          <p:cNvSpPr/>
          <p:nvPr/>
        </p:nvSpPr>
        <p:spPr>
          <a:xfrm>
            <a:off x="10210613" y="3394600"/>
            <a:ext cx="405497" cy="108830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877291-B948-BEE5-5AD7-3A9384BC5E98}"/>
              </a:ext>
            </a:extLst>
          </p:cNvPr>
          <p:cNvSpPr/>
          <p:nvPr/>
        </p:nvSpPr>
        <p:spPr>
          <a:xfrm>
            <a:off x="9545327" y="5055198"/>
            <a:ext cx="405497" cy="108830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66E93EB-3C35-0962-DE5A-5749B30E74FF}"/>
              </a:ext>
            </a:extLst>
          </p:cNvPr>
          <p:cNvSpPr/>
          <p:nvPr/>
        </p:nvSpPr>
        <p:spPr>
          <a:xfrm rot="1455124">
            <a:off x="7242703" y="2413627"/>
            <a:ext cx="2358108" cy="58091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D5DF4-B7FC-79A9-DA8D-497175194FA7}"/>
              </a:ext>
            </a:extLst>
          </p:cNvPr>
          <p:cNvSpPr txBox="1"/>
          <p:nvPr/>
        </p:nvSpPr>
        <p:spPr>
          <a:xfrm>
            <a:off x="5627764" y="3115481"/>
            <a:ext cx="627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No-till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4C8896-D67D-EE65-1647-CDB88DADD3DE}"/>
              </a:ext>
            </a:extLst>
          </p:cNvPr>
          <p:cNvSpPr txBox="1"/>
          <p:nvPr/>
        </p:nvSpPr>
        <p:spPr>
          <a:xfrm>
            <a:off x="6222407" y="3165113"/>
            <a:ext cx="755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Inv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7B8D71-08F5-EA45-5D34-8E0CB763D048}"/>
              </a:ext>
            </a:extLst>
          </p:cNvPr>
          <p:cNvSpPr txBox="1"/>
          <p:nvPr/>
        </p:nvSpPr>
        <p:spPr>
          <a:xfrm>
            <a:off x="6813282" y="3128504"/>
            <a:ext cx="755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Surf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F428FD-C1B7-542C-2016-C6BFF158E0AF}"/>
              </a:ext>
            </a:extLst>
          </p:cNvPr>
          <p:cNvSpPr txBox="1"/>
          <p:nvPr/>
        </p:nvSpPr>
        <p:spPr>
          <a:xfrm>
            <a:off x="1035736" y="242988"/>
            <a:ext cx="2798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Straw removal is main plot</a:t>
            </a:r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79FD7-02BD-95D2-FE64-E9744C1CDBEE}"/>
              </a:ext>
            </a:extLst>
          </p:cNvPr>
          <p:cNvSpPr txBox="1"/>
          <p:nvPr/>
        </p:nvSpPr>
        <p:spPr>
          <a:xfrm>
            <a:off x="4920141" y="199285"/>
            <a:ext cx="3312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Tillage system is nested within straw treatment</a:t>
            </a:r>
            <a:endParaRPr lang="da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1683F-9694-84F6-3132-EB3EBBBF37FE}"/>
              </a:ext>
            </a:extLst>
          </p:cNvPr>
          <p:cNvSpPr txBox="1"/>
          <p:nvPr/>
        </p:nvSpPr>
        <p:spPr>
          <a:xfrm>
            <a:off x="8346140" y="363984"/>
            <a:ext cx="3312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Cover crop treatment is nested within a tillage system</a:t>
            </a:r>
            <a:endParaRPr lang="da-DK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87546B2-2E69-45BD-9521-D71E8A1FD57F}"/>
              </a:ext>
            </a:extLst>
          </p:cNvPr>
          <p:cNvSpPr/>
          <p:nvPr/>
        </p:nvSpPr>
        <p:spPr>
          <a:xfrm rot="10800000">
            <a:off x="7427423" y="5362424"/>
            <a:ext cx="2358108" cy="58091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59028A-1CAE-A125-A138-4DD9BACA188F}"/>
              </a:ext>
            </a:extLst>
          </p:cNvPr>
          <p:cNvSpPr txBox="1"/>
          <p:nvPr/>
        </p:nvSpPr>
        <p:spPr>
          <a:xfrm>
            <a:off x="3079092" y="5017821"/>
            <a:ext cx="3312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Many measurements were taken in several places within the cover crop treatment</a:t>
            </a:r>
            <a:endParaRPr lang="da-DK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9A0825-7EA4-B34D-C2FC-28945ADFC16E}"/>
              </a:ext>
            </a:extLst>
          </p:cNvPr>
          <p:cNvSpPr/>
          <p:nvPr/>
        </p:nvSpPr>
        <p:spPr>
          <a:xfrm>
            <a:off x="6679372" y="4836875"/>
            <a:ext cx="365440" cy="436645"/>
          </a:xfrm>
          <a:prstGeom prst="rect">
            <a:avLst/>
          </a:prstGeom>
          <a:noFill/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63C459-346E-AA07-0756-A8F58147C46B}"/>
              </a:ext>
            </a:extLst>
          </p:cNvPr>
          <p:cNvSpPr/>
          <p:nvPr/>
        </p:nvSpPr>
        <p:spPr>
          <a:xfrm>
            <a:off x="7044812" y="5913033"/>
            <a:ext cx="365440" cy="436645"/>
          </a:xfrm>
          <a:prstGeom prst="rect">
            <a:avLst/>
          </a:prstGeom>
          <a:noFill/>
          <a:ln w="1905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6044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1732</TotalTime>
  <Words>125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Virginia Anne Nichols</dc:creator>
  <cp:lastModifiedBy>Virginia Anne Nichols</cp:lastModifiedBy>
  <cp:revision>4</cp:revision>
  <dcterms:created xsi:type="dcterms:W3CDTF">2024-05-06T13:07:23Z</dcterms:created>
  <dcterms:modified xsi:type="dcterms:W3CDTF">2026-01-28T07:15:12Z</dcterms:modified>
</cp:coreProperties>
</file>